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0c84079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0c84079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0c840799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0c840799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0c840799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0c840799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0c840799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0c840799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0c840799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0c840799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0c840799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0c840799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0c840799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0c840799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0c840799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0c840799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0c840799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0c840799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0c840799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0c840799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0c840799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0c840799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0c840799e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0c840799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0c840799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0c840799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0c840799e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0c840799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0c840799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0c840799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0c840799e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0c840799e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0c840799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0c840799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1bce0589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1bce0589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1bce0589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1bce0589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1bce0589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1bce0589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23947baf9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a23947baf9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1bce0589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1bce0589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1bce0589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a1bce0589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1bce0589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a1bce0589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23947baf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23947baf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23947baf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a23947baf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23947baf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a23947baf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23947baf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a23947baf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23947baf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a23947baf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23947baf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a23947baf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23947baf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a23947baf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23947baf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a23947baf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23947baf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a23947baf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23947baf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a23947baf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23947baf9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a23947baf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23947baf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a23947baf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23947baf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a23947baf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23947baf9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a23947baf9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a23947baf9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a23947baf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23947baf9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a23947baf9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23947baf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a23947baf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23947baf9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a23947baf9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a23947baf9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a23947baf9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23947baf9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a23947baf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a23947baf9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a23947baf9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23947baf9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a23947baf9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a23947baf9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a23947baf9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23947baf9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a23947baf9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a23947baf9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a23947baf9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a23947baf9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a23947baf9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a23947baf9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a23947baf9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a23947baf9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a23947baf9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a23947baf9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a23947baf9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a23947baf9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a23947baf9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a1bce0589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a1bce0589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a1bce0589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a1bce0589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a1bce0589a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a1bce0589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a1bce0589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a1bce0589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1bce0589a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1bce0589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a1bce0589a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a1bce0589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a1bce0589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a1bce0589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a1bce0589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a1bce0589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ui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550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1507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461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486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1461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1439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1186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1002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124825" cy="29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838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784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756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3" cy="652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792984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692589" cy="4838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495550" cy="454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305050" cy="39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076450" cy="249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2867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4384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622472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28574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033941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278380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25552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26325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41"/>
          <p:cNvPicPr preferRelativeResize="0"/>
          <p:nvPr/>
        </p:nvPicPr>
        <p:blipFill rotWithShape="1">
          <a:blip r:embed="rId3">
            <a:alphaModFix/>
          </a:blip>
          <a:srcRect b="8609" l="0" r="0" t="0"/>
          <a:stretch/>
        </p:blipFill>
        <p:spPr>
          <a:xfrm>
            <a:off x="152400" y="152400"/>
            <a:ext cx="5546799" cy="4422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3" cy="2371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